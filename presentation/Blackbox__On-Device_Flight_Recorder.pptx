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Planes carry a black box so we know what happened to the crew. Astronauts don't. We built one that lives on a phone and needs no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comms drop — far side of the Moon, solar storms, deep space — mission control can't tell whether the crew is okay, and there's no record of what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jobs. Detect the crew, log what it sees, log bathroom breaks, and declare no signs of life after a period with no movement — hours on a real mission, 10 seconds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parallel paths off the camera. Apple Vision runs about 5 times a second into a vitals state machine. Liquid AI's LFM2.5-VL-450M runs on-device via ZETIC Melange and writes a one-sentence description every ~3 seconds. Both land in a flight log stored on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four reasons from the workshop — they just matter more in orbit.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0" y="857250"/>
            <a:ext cx="9525000" cy="9525000"/>
          </a:xfrm>
          <a:prstGeom prst="ellipse">
            <a:avLst/>
          </a:prstGeom>
          <a:gradFill rotWithShape="1">
            <a:gsLst>
              <a:gs pos="0">
                <a:srgbClr val="2A2733">
                  <a:alpha val="100000"/>
                </a:srgbClr>
              </a:gs>
              <a:gs pos="45000">
                <a:srgbClr val="141219">
                  <a:alpha val="100000"/>
                </a:srgbClr>
              </a:gs>
              <a:gs pos="75000">
                <a:srgbClr val="07070B">
                  <a:alpha val="100000"/>
                </a:srgbClr>
              </a:gs>
            </a:gsLst>
            <a:path path="circle">
              <a:fillToRect l="30000" t="30000" r="70000" b="70000"/>
            </a:path>
          </a:gradFill>
          <a:ln/>
          <a:effectLst>
            <a:outerShdw sx="100000" sy="100000" kx="0" ky="0" algn="bl" rotWithShape="0" blurRad="1270000" dist="50800" dir="16200000">
              <a:srgbClr val="8B5CF6">
                <a:alpha val="2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001500" y="1000125"/>
            <a:ext cx="4000500" cy="8477250"/>
          </a:xfrm>
          <a:prstGeom prst="roundRect">
            <a:avLst>
              <a:gd name="adj" fmla="val 15238"/>
            </a:avLst>
          </a:prstGeom>
          <a:solidFill>
            <a:srgbClr val="000000"/>
          </a:solidFill>
          <a:ln w="95250">
            <a:solidFill>
              <a:srgbClr val="17171D"/>
            </a:solidFill>
            <a:prstDash val="solid"/>
          </a:ln>
          <a:effectLst>
            <a:outerShdw sx="100000" sy="100000" kx="0" ky="0" algn="bl" rotWithShape="0" blurRad="1143000" dist="381000" dir="5400000">
              <a:srgbClr val="000000">
                <a:alpha val="7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20" r="20" t="0" b="0"/>
          <a:stretch/>
        </p:blipFill>
        <p:spPr>
          <a:xfrm>
            <a:off x="12096750" y="1095375"/>
            <a:ext cx="3810000" cy="82867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42950"/>
            <a:ext cx="1562100" cy="1562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43150" y="1254919"/>
            <a:ext cx="201831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Blackbox</a:t>
            </a:r>
            <a:endParaRPr lang="en-US" sz="3300" dirty="0"/>
          </a:p>
        </p:txBody>
      </p:sp>
      <p:sp>
        <p:nvSpPr>
          <p:cNvPr id="7" name="Shape 3"/>
          <p:cNvSpPr/>
          <p:nvPr/>
        </p:nvSpPr>
        <p:spPr>
          <a:xfrm>
            <a:off x="4311328" y="1447800"/>
            <a:ext cx="152400" cy="152400"/>
          </a:xfrm>
          <a:prstGeom prst="ellipse">
            <a:avLst/>
          </a:prstGeom>
          <a:solidFill>
            <a:srgbClr val="E5262B"/>
          </a:solidFill>
          <a:ln/>
          <a:effectLst>
            <a:outerShdw sx="100000" sy="100000" kx="0" ky="0" algn="bl" rotWithShape="0" blurRad="152400" dist="50800" dir="16200000">
              <a:srgbClr val="E5262B">
                <a:alpha val="10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238250" y="3619500"/>
            <a:ext cx="10301288" cy="2502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72"/>
              </a:lnSpc>
              <a:buNone/>
            </a:pPr>
            <a:r>
              <a:rPr lang="en-US" sz="9900" b="1" spc="-346" kern="0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Houston, we have a heartbeat.</a:t>
            </a:r>
            <a:endParaRPr lang="en-US" sz="9900" dirty="0"/>
          </a:p>
        </p:txBody>
      </p:sp>
      <p:sp>
        <p:nvSpPr>
          <p:cNvPr id="9" name="Text 5"/>
          <p:cNvSpPr/>
          <p:nvPr/>
        </p:nvSpPr>
        <p:spPr>
          <a:xfrm>
            <a:off x="1238250" y="6502896"/>
            <a:ext cx="882967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961"/>
              </a:lnSpc>
              <a:buNone/>
            </a:pPr>
            <a:r>
              <a:rPr lang="en-US" sz="3000" dirty="0">
                <a:solidFill>
                  <a:srgbClr val="B9B6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Blackbox: an on-device flight recorder for astronauts.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1238250" y="9224963"/>
            <a:ext cx="102594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2EC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HOUSTON, WE HAVE NO CLOUD · ZETIC × LIQUID AI × SF TECH WEEK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1000" y="4762500"/>
            <a:ext cx="11430000" cy="11430000"/>
          </a:xfrm>
          <a:prstGeom prst="ellipse">
            <a:avLst/>
          </a:prstGeom>
          <a:gradFill rotWithShape="1">
            <a:gsLst>
              <a:gs pos="0">
                <a:srgbClr val="24212C">
                  <a:alpha val="100000"/>
                </a:srgbClr>
              </a:gs>
              <a:gs pos="50000">
                <a:srgbClr val="100F15">
                  <a:alpha val="100000"/>
                </a:srgbClr>
              </a:gs>
              <a:gs pos="78000">
                <a:srgbClr val="06060A">
                  <a:alpha val="100000"/>
                </a:srgbClr>
              </a:gs>
            </a:gsLst>
            <a:path path="circle">
              <a:fillToRect l="30000" t="30000" r="70000" b="70000"/>
            </a:path>
          </a:gradFill>
          <a:ln/>
          <a:effectLst>
            <a:outerShdw sx="100000" sy="100000" kx="0" ky="0" algn="bl" rotWithShape="0" blurRad="1270000" dist="50800" dir="16200000">
              <a:srgbClr val="8B5CF6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38250" y="1047750"/>
            <a:ext cx="289678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EC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714500"/>
            <a:ext cx="13735050" cy="190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935"/>
              </a:lnSpc>
              <a:buNone/>
            </a:pPr>
            <a:r>
              <a:rPr lang="en-US" sz="7200" b="1" spc="-216" kern="0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Planes have black boxes. </a:t>
            </a:r>
            <a:pPr algn="l" indent="0" marL="0">
              <a:lnSpc>
                <a:spcPct val="79935"/>
              </a:lnSpc>
              <a:buNone/>
            </a:pPr>
            <a:r>
              <a:rPr lang="en-US" sz="7200" b="1" spc="-216" kern="0" dirty="0">
                <a:solidFill>
                  <a:srgbClr val="FF6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Astronauts don't.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238250" y="5334000"/>
            <a:ext cx="3810000" cy="19050"/>
          </a:xfrm>
          <a:prstGeom prst="rect">
            <a:avLst/>
          </a:prstGeom>
          <a:solidFill>
            <a:srgbClr val="2B2836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619750"/>
            <a:ext cx="4191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LOSS OF SIGNAL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6091238"/>
            <a:ext cx="392430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2700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 side of the Moon, solar storms, deep space.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19750" y="5334000"/>
            <a:ext cx="3810000" cy="19050"/>
          </a:xfrm>
          <a:prstGeom prst="rect">
            <a:avLst/>
          </a:prstGeom>
          <a:solidFill>
            <a:srgbClr val="2B2836"/>
          </a:solidFill>
          <a:ln/>
        </p:spPr>
      </p:sp>
      <p:sp>
        <p:nvSpPr>
          <p:cNvPr id="9" name="Text 7"/>
          <p:cNvSpPr/>
          <p:nvPr/>
        </p:nvSpPr>
        <p:spPr>
          <a:xfrm>
            <a:off x="5619750" y="5619750"/>
            <a:ext cx="4191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VISIBILITY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19750" y="6091238"/>
            <a:ext cx="392430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2700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Mission control can't tell whether the crew is okay.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10001250" y="5334000"/>
            <a:ext cx="3810000" cy="19050"/>
          </a:xfrm>
          <a:prstGeom prst="rect">
            <a:avLst/>
          </a:prstGeom>
          <a:solidFill>
            <a:srgbClr val="2B283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01250" y="5619750"/>
            <a:ext cx="4191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RECORD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01250" y="6091238"/>
            <a:ext cx="392430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26"/>
              </a:lnSpc>
              <a:buNone/>
            </a:pPr>
            <a:r>
              <a:rPr lang="en-US" sz="2700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Nothing captures what happened while the link was down.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047750"/>
            <a:ext cx="416415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EC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WHAT BLACKBOX DOES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714500"/>
            <a:ext cx="11576685" cy="174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143"/>
              </a:lnSpc>
              <a:buNone/>
            </a:pPr>
            <a:r>
              <a:rPr lang="en-US" sz="6600" b="1" spc="-198" kern="0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watches the crew and keeps the log.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238250" y="4095750"/>
            <a:ext cx="5505450" cy="2329904"/>
          </a:xfrm>
          <a:prstGeom prst="roundRect">
            <a:avLst>
              <a:gd name="adj" fmla="val 9812"/>
            </a:avLst>
          </a:prstGeom>
          <a:solidFill>
            <a:srgbClr val="0D0E14"/>
          </a:solidFill>
          <a:ln w="9525">
            <a:solidFill>
              <a:srgbClr val="1F1E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8775" y="4533900"/>
            <a:ext cx="266700" cy="266700"/>
          </a:xfrm>
          <a:prstGeom prst="ellipse">
            <a:avLst/>
          </a:prstGeom>
          <a:ln w="381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66925" y="4448175"/>
            <a:ext cx="31201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Detects the crew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628775" y="5019675"/>
            <a:ext cx="486613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24"/>
              </a:lnSpc>
              <a:buNone/>
            </a:pPr>
            <a:r>
              <a:rPr lang="en-US" sz="1950" dirty="0">
                <a:solidFill>
                  <a:srgbClr val="B9B6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Knows when a living crew member is in view.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972300" y="4095750"/>
            <a:ext cx="5505450" cy="2329904"/>
          </a:xfrm>
          <a:prstGeom prst="roundRect">
            <a:avLst>
              <a:gd name="adj" fmla="val 9812"/>
            </a:avLst>
          </a:prstGeom>
          <a:solidFill>
            <a:srgbClr val="0D0E14"/>
          </a:solidFill>
          <a:ln w="9525">
            <a:solidFill>
              <a:srgbClr val="1F1E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2825" y="4533900"/>
            <a:ext cx="266700" cy="266700"/>
          </a:xfrm>
          <a:prstGeom prst="roundRect">
            <a:avLst>
              <a:gd name="adj" fmla="val 21429"/>
            </a:avLst>
          </a:prstGeom>
          <a:ln w="381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0975" y="4448175"/>
            <a:ext cx="316846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Logs what it sees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362825" y="5019675"/>
            <a:ext cx="486613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24"/>
              </a:lnSpc>
              <a:buNone/>
            </a:pPr>
            <a:r>
              <a:rPr lang="en-US" sz="1950" dirty="0">
                <a:solidFill>
                  <a:srgbClr val="B9B6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snapshot and a plain-English description.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38250" y="6654254"/>
            <a:ext cx="5505450" cy="2680246"/>
          </a:xfrm>
          <a:prstGeom prst="roundRect">
            <a:avLst>
              <a:gd name="adj" fmla="val 8529"/>
            </a:avLst>
          </a:prstGeom>
          <a:solidFill>
            <a:srgbClr val="0D0E14"/>
          </a:solidFill>
          <a:ln w="9525">
            <a:solidFill>
              <a:srgbClr val="1F1E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1657350" y="7120979"/>
            <a:ext cx="209550" cy="209550"/>
          </a:xfrm>
          <a:prstGeom prst="rect">
            <a:avLst/>
          </a:prstGeom>
          <a:ln w="381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925" y="7006679"/>
            <a:ext cx="406502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Logs bathroom breaks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628775" y="7578179"/>
            <a:ext cx="519684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24"/>
              </a:lnSpc>
              <a:buNone/>
            </a:pPr>
            <a:r>
              <a:rPr lang="en-US" sz="1950" dirty="0">
                <a:solidFill>
                  <a:srgbClr val="B9B6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Yes, astronauts need those too.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972300" y="6654254"/>
            <a:ext cx="5505450" cy="2680246"/>
          </a:xfrm>
          <a:prstGeom prst="roundRect">
            <a:avLst>
              <a:gd name="adj" fmla="val 8529"/>
            </a:avLst>
          </a:prstGeom>
          <a:solidFill>
            <a:srgbClr val="0D0E14"/>
          </a:solidFill>
          <a:ln w="9525">
            <a:solidFill>
              <a:srgbClr val="3A221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2825" y="7311479"/>
            <a:ext cx="266700" cy="266700"/>
          </a:xfrm>
          <a:prstGeom prst="ellipse">
            <a:avLst/>
          </a:prstGeom>
          <a:solidFill>
            <a:srgbClr val="FF6A00"/>
          </a:solidFill>
          <a:ln/>
          <a:effectLst>
            <a:outerShdw sx="100000" sy="100000" kx="0" ky="0" algn="bl" rotWithShape="0" blurRad="190500" dist="50800" dir="16200000">
              <a:srgbClr val="FF6A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00975" y="7006679"/>
            <a:ext cx="441483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Declares "no signs of life"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7362825" y="8016329"/>
            <a:ext cx="4866132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24"/>
              </a:lnSpc>
              <a:buNone/>
            </a:pPr>
            <a:r>
              <a:rPr lang="en-US" sz="1950" dirty="0">
                <a:solidFill>
                  <a:srgbClr val="B9B6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 a period of no movement (10 s in today’s demo). Logs "signs of life" when they move again.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3049250" y="1000125"/>
            <a:ext cx="4000500" cy="8477250"/>
          </a:xfrm>
          <a:prstGeom prst="roundRect">
            <a:avLst>
              <a:gd name="adj" fmla="val 15238"/>
            </a:avLst>
          </a:prstGeom>
          <a:solidFill>
            <a:srgbClr val="000000"/>
          </a:solidFill>
          <a:ln w="95250">
            <a:solidFill>
              <a:srgbClr val="17171D"/>
            </a:solidFill>
            <a:prstDash val="solid"/>
          </a:ln>
          <a:effectLst>
            <a:outerShdw sx="100000" sy="100000" kx="0" ky="0" algn="bl" rotWithShape="0" blurRad="1143000" dist="381000" dir="5400000">
              <a:srgbClr val="000000">
                <a:alpha val="70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20" r="20" t="0" b="0"/>
          <a:stretch/>
        </p:blipFill>
        <p:spPr>
          <a:xfrm>
            <a:off x="13144500" y="1095375"/>
            <a:ext cx="3810000" cy="8286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047750"/>
            <a:ext cx="307784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EC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714500"/>
            <a:ext cx="10970761" cy="970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935"/>
              </a:lnSpc>
              <a:buNone/>
            </a:pPr>
            <a:r>
              <a:rPr lang="en-US" sz="7200" b="1" spc="-216" kern="0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models, one phone.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047750" y="3619500"/>
            <a:ext cx="16192500" cy="5810250"/>
          </a:xfrm>
          <a:prstGeom prst="roundRect">
            <a:avLst>
              <a:gd name="adj" fmla="val 15738"/>
            </a:avLst>
          </a:prstGeom>
          <a:ln w="28575">
            <a:solidFill>
              <a:srgbClr val="3A38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7325" y="5953125"/>
            <a:ext cx="209550" cy="1143000"/>
          </a:xfrm>
          <a:prstGeom prst="roundRect">
            <a:avLst>
              <a:gd name="adj" fmla="val 50000"/>
            </a:avLst>
          </a:prstGeom>
          <a:solidFill>
            <a:srgbClr val="1A1922"/>
          </a:solidFill>
          <a:ln/>
        </p:spPr>
      </p:sp>
      <p:sp>
        <p:nvSpPr>
          <p:cNvPr id="6" name="Shape 4"/>
          <p:cNvSpPr/>
          <p:nvPr/>
        </p:nvSpPr>
        <p:spPr>
          <a:xfrm>
            <a:off x="8104622" y="3419475"/>
            <a:ext cx="2078757" cy="428625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7" name="Text 5"/>
          <p:cNvSpPr/>
          <p:nvPr/>
        </p:nvSpPr>
        <p:spPr>
          <a:xfrm>
            <a:off x="8333222" y="3457575"/>
            <a:ext cx="16977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2EC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CLOUD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219325" y="4219575"/>
            <a:ext cx="2095500" cy="4610100"/>
          </a:xfrm>
          <a:prstGeom prst="roundRect">
            <a:avLst>
              <a:gd name="adj" fmla="val 10909"/>
            </a:avLst>
          </a:prstGeom>
          <a:solidFill>
            <a:srgbClr val="12131A"/>
          </a:solidFill>
          <a:ln w="9525">
            <a:solidFill>
              <a:srgbClr val="2A29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00375" y="5962650"/>
            <a:ext cx="533400" cy="533400"/>
          </a:xfrm>
          <a:prstGeom prst="ellipse">
            <a:avLst/>
          </a:prstGeom>
          <a:ln w="381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7280" y="6648450"/>
            <a:ext cx="13635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Camera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276725" y="4219575"/>
            <a:ext cx="742950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5E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4981575" y="4219575"/>
            <a:ext cx="3686175" cy="2171700"/>
          </a:xfrm>
          <a:prstGeom prst="roundRect">
            <a:avLst>
              <a:gd name="adj" fmla="val 10526"/>
            </a:avLst>
          </a:prstGeom>
          <a:solidFill>
            <a:srgbClr val="0B1716"/>
          </a:solidFill>
          <a:ln w="9525">
            <a:solidFill>
              <a:srgbClr val="1E4A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850" y="4763021"/>
            <a:ext cx="340518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Apple Vision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276850" y="5253558"/>
            <a:ext cx="3188494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95"/>
              </a:lnSpc>
              <a:buNone/>
            </a:pPr>
            <a:r>
              <a:rPr lang="en-US" sz="1800" dirty="0">
                <a:solidFill>
                  <a:srgbClr val="9FD9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Person, face, body pose + motion · ~5×/sec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29650" y="4219575"/>
            <a:ext cx="742950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5E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0" y="4219575"/>
            <a:ext cx="3686175" cy="2171700"/>
          </a:xfrm>
          <a:prstGeom prst="roundRect">
            <a:avLst>
              <a:gd name="adj" fmla="val 10526"/>
            </a:avLst>
          </a:prstGeom>
          <a:solidFill>
            <a:srgbClr val="0B1716"/>
          </a:solidFill>
          <a:ln w="9525">
            <a:solidFill>
              <a:srgbClr val="1E4A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9775" y="4704383"/>
            <a:ext cx="318849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Vitals state machine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629775" y="5609258"/>
            <a:ext cx="3405187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95"/>
              </a:lnSpc>
              <a:buNone/>
            </a:pPr>
            <a:r>
              <a:rPr lang="en-US" sz="1800" dirty="0">
                <a:solidFill>
                  <a:srgbClr val="9FD9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Alive · still · declared dead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82575" y="4219575"/>
            <a:ext cx="742950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5E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13687425" y="4219575"/>
            <a:ext cx="2857500" cy="4610100"/>
          </a:xfrm>
          <a:prstGeom prst="roundRect">
            <a:avLst>
              <a:gd name="adj" fmla="val 8000"/>
            </a:avLst>
          </a:prstGeom>
          <a:solidFill>
            <a:srgbClr val="1A0E05"/>
          </a:solidFill>
          <a:ln w="19050">
            <a:solidFill>
              <a:srgbClr val="FF6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992225" y="5631210"/>
            <a:ext cx="247269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8A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Flight log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992225" y="6183660"/>
            <a:ext cx="232410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30"/>
              </a:lnSpc>
              <a:buNone/>
            </a:pPr>
            <a:r>
              <a:rPr lang="en-US" sz="1800" dirty="0">
                <a:solidFill>
                  <a:srgbClr val="E8CB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Timestamped events + JPEG snapshots, stored on the phone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76725" y="6657975"/>
            <a:ext cx="742950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5E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4981575" y="6657975"/>
            <a:ext cx="3686175" cy="2171700"/>
          </a:xfrm>
          <a:prstGeom prst="roundRect">
            <a:avLst>
              <a:gd name="adj" fmla="val 10526"/>
            </a:avLst>
          </a:prstGeom>
          <a:solidFill>
            <a:srgbClr val="130F1E"/>
          </a:solidFill>
          <a:ln w="9525">
            <a:solidFill>
              <a:srgbClr val="3B2E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6850" y="7052816"/>
            <a:ext cx="340518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LFM2.5-VL-450M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5276850" y="7543354"/>
            <a:ext cx="3188494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95"/>
              </a:lnSpc>
              <a:buNone/>
            </a:pPr>
            <a:r>
              <a:rPr lang="en-US" sz="1800" dirty="0">
                <a:solidFill>
                  <a:srgbClr val="C4B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Liquid AI vision-language model, on-device via ZETIC Melange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29650" y="6657975"/>
            <a:ext cx="742950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5E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9334500" y="6657975"/>
            <a:ext cx="3686175" cy="2171700"/>
          </a:xfrm>
          <a:prstGeom prst="roundRect">
            <a:avLst>
              <a:gd name="adj" fmla="val 10526"/>
            </a:avLst>
          </a:prstGeom>
          <a:solidFill>
            <a:srgbClr val="130F1E"/>
          </a:solidFill>
          <a:ln w="9525">
            <a:solidFill>
              <a:srgbClr val="3B2E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29775" y="7349951"/>
            <a:ext cx="340518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Scene description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9629775" y="7840489"/>
            <a:ext cx="3405187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95"/>
              </a:lnSpc>
              <a:buNone/>
            </a:pPr>
            <a:r>
              <a:rPr lang="en-US" sz="1800" dirty="0">
                <a:solidFill>
                  <a:srgbClr val="C4B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sentence · every ~3 sec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982575" y="6657975"/>
            <a:ext cx="742950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5E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73000" y="-361950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24212C">
                  <a:alpha val="100000"/>
                </a:srgbClr>
              </a:gs>
              <a:gs pos="50000">
                <a:srgbClr val="100F15">
                  <a:alpha val="100000"/>
                </a:srgbClr>
              </a:gs>
              <a:gs pos="78000">
                <a:srgbClr val="06060A">
                  <a:alpha val="100000"/>
                </a:srgbClr>
              </a:gs>
            </a:gsLst>
            <a:path path="circle">
              <a:fillToRect l="30000" t="30000" r="70000" b="70000"/>
            </a:path>
          </a:gradFill>
          <a:ln/>
          <a:effectLst>
            <a:outerShdw sx="100000" sy="100000" kx="0" ky="0" algn="bl" rotWithShape="0" blurRad="1270000" dist="50800" dir="16200000">
              <a:srgbClr val="8B5CF6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38250" y="1047750"/>
            <a:ext cx="325891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EC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WHY ON-DEVICE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714500"/>
            <a:ext cx="11772900" cy="190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935"/>
              </a:lnSpc>
              <a:buNone/>
            </a:pPr>
            <a:r>
              <a:rPr lang="en-US" sz="7200" b="1" spc="-216" kern="0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space, the cloud is 384,000 km away.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238250" y="6381750"/>
            <a:ext cx="3752850" cy="2857500"/>
          </a:xfrm>
          <a:prstGeom prst="roundRect">
            <a:avLst>
              <a:gd name="adj" fmla="val 8000"/>
            </a:avLst>
          </a:prstGeom>
          <a:solidFill>
            <a:srgbClr val="0D0E14"/>
          </a:solidFill>
          <a:ln w="9525">
            <a:solidFill>
              <a:srgbClr val="1F1E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8775" y="6810375"/>
            <a:ext cx="32689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EC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28775" y="7934325"/>
            <a:ext cx="306095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96"/>
              </a:lnSpc>
              <a:buNone/>
            </a:pPr>
            <a:r>
              <a:rPr lang="en-US" sz="300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connectivity needed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257800" y="6381750"/>
            <a:ext cx="3752850" cy="2857500"/>
          </a:xfrm>
          <a:prstGeom prst="roundRect">
            <a:avLst>
              <a:gd name="adj" fmla="val 8000"/>
            </a:avLst>
          </a:prstGeom>
          <a:solidFill>
            <a:srgbClr val="0D0E14"/>
          </a:solidFill>
          <a:ln w="9525">
            <a:solidFill>
              <a:srgbClr val="1F1E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8325" y="6810375"/>
            <a:ext cx="32689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EC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648325" y="7496175"/>
            <a:ext cx="3060954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96"/>
              </a:lnSpc>
              <a:buNone/>
            </a:pPr>
            <a:r>
              <a:rPr lang="en-US" sz="300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Crew data never leaves the device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277350" y="6381750"/>
            <a:ext cx="3752850" cy="2857500"/>
          </a:xfrm>
          <a:prstGeom prst="roundRect">
            <a:avLst>
              <a:gd name="adj" fmla="val 8000"/>
            </a:avLst>
          </a:prstGeom>
          <a:solidFill>
            <a:srgbClr val="0D0E14"/>
          </a:solidFill>
          <a:ln w="9525">
            <a:solidFill>
              <a:srgbClr val="1F1E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67875" y="6810375"/>
            <a:ext cx="32689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667875" y="7934325"/>
            <a:ext cx="306095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96"/>
              </a:lnSpc>
              <a:buNone/>
            </a:pPr>
            <a:r>
              <a:rPr lang="en-US" sz="300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Instant response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296900" y="6381750"/>
            <a:ext cx="3752850" cy="2857500"/>
          </a:xfrm>
          <a:prstGeom prst="roundRect">
            <a:avLst>
              <a:gd name="adj" fmla="val 8000"/>
            </a:avLst>
          </a:prstGeom>
          <a:solidFill>
            <a:srgbClr val="0D0E14"/>
          </a:solidFill>
          <a:ln w="9525">
            <a:solidFill>
              <a:srgbClr val="1F1E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87425" y="6810375"/>
            <a:ext cx="32689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687425" y="7934325"/>
            <a:ext cx="306095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96"/>
              </a:lnSpc>
              <a:buNone/>
            </a:pPr>
            <a:r>
              <a:rPr lang="en-US" sz="3000" b="1" dirty="0">
                <a:solidFill>
                  <a:srgbClr val="F4F2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cost per inference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2026-10-07T02:11:47Z</dcterms:created>
  <dcterms:modified xsi:type="dcterms:W3CDTF">2026-10-07T02:11:47Z</dcterms:modified>
</cp:coreProperties>
</file>